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71717"/>
                </a:solidFill>
              </a:defRPr>
            </a:pPr>
            <a:r>
              <a:t>Truv ROI Calculator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C3C43"/>
                </a:solidFill>
              </a:defRPr>
            </a:pPr>
            <a:r>
              <a:t>MVP Product Design | Leadership Review | January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1717"/>
                </a:solidFill>
              </a:defRPr>
            </a:pPr>
            <a:r>
              <a:t>Problem &amp;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5400"/>
          </a:xfrm>
          <a:prstGeom prst="rect">
            <a:avLst/>
          </a:prstGeom>
          <a:solidFill>
            <a:srgbClr val="2C6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Prospects need to understand ROI before engaging sales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Today: manual spreadsheet modeling by reps, back-and-forth delays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Opportunity: self-service calculator that captures qualified leads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Scales the 'spreadsheet conversation' that closes deals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1717"/>
                </a:solidFill>
              </a:defRPr>
            </a:pPr>
            <a:r>
              <a:t>Core Value Proposition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5400"/>
          </a:xfrm>
          <a:prstGeom prst="rect">
            <a:avLst/>
          </a:prstGeom>
          <a:solidFill>
            <a:srgbClr val="2C6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Truv reduces manual VOAs across the lending funnel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Lowers cost per funded loan by replacing expensive TWN checks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Increases funded volume through faster, automated verification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Quantified savings in dollars based on lender's actual volume and mix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1717"/>
                </a:solidFill>
              </a:defRPr>
            </a:pPr>
            <a:r>
              <a:t>User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5400"/>
          </a:xfrm>
          <a:prstGeom prst="rect">
            <a:avLst/>
          </a:prstGeom>
          <a:solidFill>
            <a:srgbClr val="2C6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Step 1: Lead Capture Gate - Name, company, email, industry, loan volume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Step 2: Instant Summary - Annual savings, per-loan savings, automation %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Step 3: Detailed Breakdown - Side-by-side cost comparison with funnel viz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Optional: Refine inputs (volume mix, funnel rates, income mix)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1717"/>
                </a:solidFill>
              </a:defRPr>
            </a:pPr>
            <a:r>
              <a:t>Input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5400"/>
          </a:xfrm>
          <a:prstGeom prst="rect">
            <a:avLst/>
          </a:prstGeom>
          <a:solidFill>
            <a:srgbClr val="2C6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Required gate: Name, Company, Email, Phone, Industry, Funded Loans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Optional refinement: Retail/Wholesale mix, borrowers per application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Funnel efficiency: End-to-end conversion rate, pull-through rate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Income mix: W-2 borrower rate (critical driver for Truv ROI)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Smart defaults for prospects who don't know exact rates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1717"/>
                </a:solidFill>
              </a:defRPr>
            </a:pPr>
            <a:r>
              <a:t>Calculation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5400"/>
          </a:xfrm>
          <a:prstGeom prst="rect">
            <a:avLst/>
          </a:prstGeom>
          <a:solidFill>
            <a:srgbClr val="2C6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Layer 1: Reconstruct funnel backward from funded loans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Layer 2: Calculate baseline costs (VOAs, TWN VOIEs, re-verifications)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Layer 3: Model future state with Truv conversion rates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Layer 4: Output savings - annual dollars, per-loan, automation 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1717"/>
                </a:solidFill>
              </a:defRPr>
            </a:pPr>
            <a:r>
              <a:t>Output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5400"/>
          </a:xfrm>
          <a:prstGeom prst="rect">
            <a:avLst/>
          </a:prstGeom>
          <a:solidFill>
            <a:srgbClr val="2C6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Summary view: Annual Savings, Savings Per Loan, Manual Reduction %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Detailed view: Side-by-side cost comparison table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Funnel visualization showing VOAs at each stage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Industry-specific social proof quotes (dynamic by segment)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1717"/>
                </a:solidFill>
              </a:defRPr>
            </a:pPr>
            <a:r>
              <a:t>MVP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5400"/>
          </a:xfrm>
          <a:prstGeom prst="rect">
            <a:avLst/>
          </a:prstGeom>
          <a:solidFill>
            <a:srgbClr val="2C6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In: Lead capture, refinement sections, real-time calculations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In: Summary + detailed views, funnel viz, embeddable widget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Out: PDF reports, CRM integration, plan comparison logic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Out: A/B testing, analytics dashboard, multi-language support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TBD: Embed format (iframe vs Web Component vs JS widget)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1717"/>
                </a:solidFill>
              </a:defRPr>
            </a:pPr>
            <a:r>
              <a:t>Success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5400"/>
          </a:xfrm>
          <a:prstGeom prst="rect">
            <a:avLst/>
          </a:prstGeom>
          <a:solidFill>
            <a:srgbClr val="2C6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Primary: Leads captured, form completion rate, lead quality score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Secondary: Estimated deal value, lead-to-meeting rate, close rate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Tertiary: Time to first meeting, sales cycle length vs other sources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1717"/>
                </a:solidFill>
              </a:defRPr>
            </a:pPr>
            <a: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5400"/>
          </a:xfrm>
          <a:prstGeom prst="rect">
            <a:avLst/>
          </a:prstGeom>
          <a:solidFill>
            <a:srgbClr val="2C6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Finalize technical decisions: embed format, form endpoint, data storage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Build MVP with lead capture and core calculation engine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V1: Add PDF reports, email delivery, CRM integration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V2: Plan comparison logic and pricing recommendations</a:t>
            </a:r>
          </a:p>
          <a:p>
            <a:pPr>
              <a:spcAft>
                <a:spcPts val="1600"/>
              </a:spcAft>
              <a:defRPr sz="2200">
                <a:solidFill>
                  <a:srgbClr val="3C3C43"/>
                </a:solidFill>
              </a:defRPr>
            </a:pPr>
            <a:r>
              <a:t>•  V3: Sales enablement dashboard and lead scoring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